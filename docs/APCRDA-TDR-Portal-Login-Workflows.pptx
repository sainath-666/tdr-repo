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Workflows — Farmer &amp; Official Roles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from login screen to next task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 Capital Region Development Authority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Two Login Portals — Farmer vs Official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Farmer Login — Full OTP Workflow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Farmer — After Login Tasks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Official Login — Email/Password &amp; SSO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DEO / Surveyor — Login → Intake Review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Tahsildar → SDC → Director → Commissioner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Role Summary Table &amp; Demo Credentials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Session Security, Middleware &amp; Logout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Login Portals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vs Official Login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4023360" cy="3685032"/>
          </a:xfrm>
          <a:prstGeom prst="roundRect">
            <a:avLst>
              <a:gd name="adj" fmla="val 124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(Farmer) Portal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3749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URL: /farmer-login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Aadhaar-linked mobile number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OTP verification (no password)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HMAC citizen_session cookie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Supabase account needed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Redirect: /farmer/dashboard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32688"/>
            <a:ext cx="4023360" cy="3685032"/>
          </a:xfrm>
          <a:prstGeom prst="roundRect">
            <a:avLst>
              <a:gd name="adj" fmla="val 124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(Government) Portal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44168"/>
            <a:ext cx="3749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URL: /official-login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+ password (Supabase Auth)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NIC Google SSO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with role in app_metadata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approval roles (DEO → Commissioner)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Redirect: role-based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Entry Points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3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31620"/>
          <a:ext cx="8321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228600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 / Citizen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/farmer-login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 on registered phone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/farmer/dashboard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DEO / Surveyor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/official-login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password / SSO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/deo/dashboard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Tahsildar (L1)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/official-login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password / SSO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SDC (L2)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/official-login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password / SSO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 Lands 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/official-login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password / SSO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Commissioner (L4)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/official-login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password / SSO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Login Workflow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Login — End-to-End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must match a registered farmer (aadhaarPhone in database)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441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/farmer-login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63240" y="15041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29844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3441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10-digit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97880" y="15041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29844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3441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OTP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request)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80136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847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6-digit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20071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180136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847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OTP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verify)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97880" y="20071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180136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1847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citizen_session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230428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235000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/farmer/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Login — Step-by-Step Detail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1 — Enter mobile number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opens /farmer-login and enters Aadhaar-linked 10-digit mobile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2 — Request OTP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/api/auth/otp/request → lookup farmer by aadhaarPhone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no farmer found: "No TDR exists linked to this phone number"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3 — Verify OTP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/api/auth/otp/verify → verifyFarmerLoginOtp() → sign out any Supabase session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Login — Step-by-Step Detail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Sets HMAC-signed citizen_session cookie + last_active cookie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4 — Redirect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 navigates to /farmer/dashboard; middleware validates citizen_session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— After Login: What You Can Do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(/farmer/dashboard)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all TDR bonds linked to your farmer account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 status tracker: DRAFT → L1 → L2 → L3 → L4 → ACTIVE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bond is ACTIVE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/farmer/certificates/[id] → View &amp; Download PDF certificate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verification (no login)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Anyone can verify at /verify/[tdrNumber] using QR on certificate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— After Login: What You Can Do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Note: Farmers do not submit bonds in-app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Bonds are synced by DEO from external APCRDA records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— Session &amp; Security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cookie: citizen_session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HMAC-SHA256 signed · 30-minute expiry · httpOnly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Idle timeout: 30 minutes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last_active cookie checked by middleware → redirect to /farmer-login?reason=idle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Protected routes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/farmer/* · /api/bonds/farmer/* · /api/dashboard/farmer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Logout: POST /api/auth/logout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— Session &amp; Security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Clears citizen_session + last_active · Audit: LOGOUT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credentials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Phone: 9666666666 · OTP: any 6 digits (e.g. 123456) · Padmavathi / TDR-2025-004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Login Workflow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Login — End-to-End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approval roles use the same login page; redirect differs by role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441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/official-login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63240" y="15041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29844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3441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97880" y="15041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29844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3441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official/login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80136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847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20071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180136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847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role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JWT/DB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97880" y="20071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180136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1847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session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last_active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230428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235000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Login — Step-by-Step Detail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1 — Enter credentials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(e.g. deo001@apcrda.org) + password (min 8 chars) on /official-login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2 — Authenticate via Supabase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/api/auth/official/login → signInWithPassword()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3 — Role resolution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 app_metadata.role from JWT; fallback to officials table (must be isActive)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Reject if not an official role → sign out + error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Login — Step-by-Step Detail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4 — Redirect by role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DEO/SURVEYOR → /deo/dashboard · All other officials → /official/dashboard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Optional: NIC SSO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/api/auth/official/sso → Google OAuth → /auth/callback →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Chain — Who Handles What After Login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official sees only bonds at their queue status in their district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441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(DEO reviews)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63240" y="15041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29844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3441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PENDING_L1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(Tahsildar)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97880" y="15041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29844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3441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PENDING_L2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(SDC)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80136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847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PENDING_L3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(Director)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20071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180136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847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PENDING_L4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(Commissioner)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97880" y="20071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180136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1847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(Certificate)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Per-Role Login &amp; Tasks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 / Surveyor (Level 1 — Intake) — Login to Next Task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URL: /official-login → email + password (or NIC SSO)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Demo: deo001@apcrda.org / Test@123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Login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Redirect: /deo/dashboard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Queue: bonds at status DRAFT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Task on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 / Surveyor (Level 1 — Intake) — Login to Next Task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synced bond records (holder, land, 5 documents)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/deo/bonds/[id]/review → BondReviewPanel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→ bond moves to PENDING_L1 (enters approval pipeline)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Reject → bond status REJECTED (terminal at intake)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 Stage Holder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DEO Approve → Tahsildar (L1) reviews at PENDING_L1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Tahsildar / Dy. Tahsildar (Level 2 — L1) — Login to Next Task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URL: /official-login → email + password (or NIC SSO)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Demo: tah001@apcrda.org / Test@123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Login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Redirect: /official/dashboard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Queue: bonds at status PENDING_L1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Task on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Tahsildar / Dy. Tahsildar (Level 2 — L1) — Login to Next Task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shows bonds awaiting L1 approval in your district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/official/bonds/[id]/review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→ PENDING_L2 | Reject → REJECTED | Return → DRAFT (back to DEO)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 Stage Holder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L1 Approve → SDC (L2) reviews at PENDING_L2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 (Level 3 — L2) — Login to Next Task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URL: /official-login → email + password (or NIC SSO)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Demo: sdc001@apcrda.org / Test@123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Login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Redirect: /official/dashboard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Queue: bonds at status PENDING_L2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Task on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 (Level 3 — L2) — Login to Next Task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Queue: bonds at PENDING_L2 in your district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bond details and approval history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→ PENDING_L3 | Reject → REJECTED | Return → DRAFT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 Stage Holder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L2 Approve → Director Lands (L3) at PENDING_L3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Lands (Level 4 — L3) — Login to Next Task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URL: /official-login → email + password (or NIC SSO)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Demo: dir001@apcrda.org / Test@123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Login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Redirect: /official/dashboard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Queue: bonds at status PENDING_L3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Task on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Lands (Level 4 — L3) — Login to Next Task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Queue: bonds at PENDING_L3 in your district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full bond package before final stages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→ PENDING_L4 | Reject → REJECTED | Return → DRAFT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 Stage Holder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L3 Approve → Commissioner (L4) at PENDING_L4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Commissioner / Addl. Commissioner (Level 5 — L4) — Login to Next Task (1/3)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URL: /official-login → email + password (or NIC SSO)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Demo: com001@apcrda.org / Test@123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Login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Redirect: /official/dashboard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Queue: bonds at status PENDING_L4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Task on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Commissioner / Addl. Commissioner (Level 5 — L4) — Login to Next Task (2/3)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Queue: bonds at PENDING_L4 — final approval stage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→ ACTIVE + certificate minted (PDF + QR + blockchain)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Reject → REJECTED (no return option at L4)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also Revoke an ACTIVE bond → REVOKED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 Stage Holder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L4 Approve → Farmer can download certificate from /farmer/dashboard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Farmer notified indirectly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Commissioner / Addl. Commissioner (Level 5 — L4) — Login to Next Task (3/3)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Bond status becomes ACTIVE; farmer sees certificate on next login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Role Summary — Login to Next Task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26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31620"/>
          <a:ext cx="8321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371600"/>
                <a:gridCol w="100584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Holder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DEO / Surveyor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/official-login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/deo/dashboard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/ Reject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Tahsildar (L1)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Tahsildar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/official-login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PENDING_L1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/ Reject / 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SDC (L2)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/official-login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PENDING_L2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/ Reject / 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 (L3)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 Lands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/official-login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PENDING_L3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/ Reject / 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Commissioner (L4)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/official-login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PENDING_L4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/ Reject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 (certificate)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/farmer-login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/farmer/dashboard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own bonds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/ Download cert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Demo Access</a:t>
            </a:r>
            <a:endParaRPr lang="en-US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— Route Protection After Login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routes (no login)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/, /farmer-login, /official-login, /verify, /tdr-bank, /calculator, /status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Farmer routes (citizen_session required)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/farmer/* · middleware checks HMAC cookie · 30-min idle timeout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Official routes (Supabase JWT required)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/deo/* → DEO or SURVEYOR only · /official/* → all official roles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— Route Protection After Login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Unauthorized access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Wrong role → redirect /official-login?reason=unauthorized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refresh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last_active cookie updated on each request (maxAge 1800 sec)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 Credentials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29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31620"/>
          <a:ext cx="8321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  <a:gridCol w="1828800"/>
                <a:gridCol w="2286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/ 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/ OTP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 (Padmavathi)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9666666666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6-digit OTP (123456)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/farmer/dashboard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deo001@apcrda.org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Test@123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/deo/dashboard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Tahsildar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tah001@apcrda.org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Test@123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sdc001@apcrda.org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Test@123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 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dir001@apcrda.org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Test@123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com001@apcrda.org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Test@123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&amp; Re-Login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30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Logout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/api/auth/logout — clears citizen_session (farmer) or Supabase session (official)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Deletes last_active cookie · writes LOGOUT audit event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expired (idle)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30 min inactivity → auto-redirect to login with ?reason=idle banner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Re-login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&amp; Re-Login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  |  31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Farmer: same OTP flow · Official: same email/password on /official-login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Setup note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npm run db:seed then npm run auth:sync before testing official logins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Login Workflows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OTP · Official Email · DEO → Commissioner Chain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APCRDA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APCRDA TDR Portal — Login Workflows</dc:title>
  <dc:subject>TDR Portal Login Workflows</dc:subject>
  <dc:creator>APCRDA TDR Portal Team</dc:creator>
  <cp:lastModifiedBy>APCRDA TDR Portal Team</cp:lastModifiedBy>
  <cp:revision>1</cp:revision>
  <dcterms:created xsi:type="dcterms:W3CDTF">2026-07-06T08:06:55Z</dcterms:created>
  <dcterms:modified xsi:type="dcterms:W3CDTF">2026-07-06T08:06:55Z</dcterms:modified>
</cp:coreProperties>
</file>